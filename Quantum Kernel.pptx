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9"/>
  </p:notesMasterIdLst>
  <p:sldIdLst>
    <p:sldId id="256" r:id="rId2"/>
    <p:sldId id="273" r:id="rId3"/>
    <p:sldId id="274" r:id="rId4"/>
    <p:sldId id="276" r:id="rId5"/>
    <p:sldId id="279" r:id="rId6"/>
    <p:sldId id="280" r:id="rId7"/>
    <p:sldId id="290" r:id="rId8"/>
    <p:sldId id="293" r:id="rId9"/>
    <p:sldId id="291" r:id="rId10"/>
    <p:sldId id="292" r:id="rId11"/>
    <p:sldId id="281" r:id="rId12"/>
    <p:sldId id="286" r:id="rId13"/>
    <p:sldId id="287" r:id="rId14"/>
    <p:sldId id="288" r:id="rId15"/>
    <p:sldId id="294" r:id="rId16"/>
    <p:sldId id="295" r:id="rId17"/>
    <p:sldId id="28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042" autoAdjust="0"/>
  </p:normalViewPr>
  <p:slideViewPr>
    <p:cSldViewPr snapToGrid="0">
      <p:cViewPr varScale="1">
        <p:scale>
          <a:sx n="66" d="100"/>
          <a:sy n="66" d="100"/>
        </p:scale>
        <p:origin x="19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6B093-F249-4441-BBE0-9B5D55600BDC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B9BDD-500D-4F37-8A2C-856FCC8A0CF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87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31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98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70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18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31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7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71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78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37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84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28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16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26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75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1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49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B7AE-AE14-4FE7-979F-58313D580A57}" type="datetimeFigureOut">
              <a:rPr lang="en-IN" smtClean="0"/>
              <a:t>03-07-2026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08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345881-614E-461A-F693-079040F7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788" y="1525554"/>
            <a:ext cx="7604449" cy="765110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130D-7D0E-6977-D27C-E3475B188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424" y="2925147"/>
            <a:ext cx="6415328" cy="1496382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Quantum Kernel –</a:t>
            </a:r>
          </a:p>
          <a:p>
            <a:pPr algn="ctr"/>
            <a:r>
              <a:rPr lang="en-US" sz="3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6DAC5-22FD-95F9-A09B-D37CD1087C96}"/>
              </a:ext>
            </a:extLst>
          </p:cNvPr>
          <p:cNvSpPr txBox="1"/>
          <p:nvPr/>
        </p:nvSpPr>
        <p:spPr>
          <a:xfrm>
            <a:off x="5430417" y="4334071"/>
            <a:ext cx="2341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Chirag Jain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530E5-67F8-E2FC-F617-74CA1E0D9E34}"/>
              </a:ext>
            </a:extLst>
          </p:cNvPr>
          <p:cNvSpPr txBox="1"/>
          <p:nvPr/>
        </p:nvSpPr>
        <p:spPr>
          <a:xfrm>
            <a:off x="830424" y="5040058"/>
            <a:ext cx="374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 Mrs  Jayshree  Patel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63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89D5-45C4-AAD5-7FA6-392F243E9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127" y="-138896"/>
            <a:ext cx="2976465" cy="972273"/>
          </a:xfrm>
          <a:noFill/>
        </p:spPr>
        <p:txBody>
          <a:bodyPr/>
          <a:lstStyle/>
          <a:p>
            <a:pPr algn="l"/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IN" dirty="0">
                <a:solidFill>
                  <a:srgbClr val="7030A0"/>
                </a:solidFill>
              </a:rPr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33787-852D-CD70-10B6-0B6DEF711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833376"/>
            <a:ext cx="6551272" cy="5787343"/>
          </a:xfrm>
          <a:noFill/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Machine Learning ?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Quantum Machine Learning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Quantum Machine Learning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Kernel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Quantum  Kernel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Quantum Kernel  Works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Quantum Kernel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 in Quantum Machine Learning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Quantum Machine Learning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Disadvantagesof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of Quantum Kernel and QML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65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5354-4AB6-601F-62F1-980D91FF4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28" y="350694"/>
            <a:ext cx="4217437" cy="799912"/>
          </a:xfrm>
          <a:noFill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EC630-6ADF-107B-923E-D0747939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1" y="3881534"/>
            <a:ext cx="7587998" cy="2327192"/>
          </a:xfrm>
          <a:noFill/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is the integration of quantum computing with machine learning to create faster and more powerful learning algorithms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(QML)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emerging interdisciplinary field that combines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explores how quantum computers can be used to improve the speed, efficiency, and capability of machine learning algorithms.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DD0E5-F10D-9351-E676-B3B8985C4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268" y="1189674"/>
            <a:ext cx="4360092" cy="245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1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42EC-C11B-379C-7863-38A24BD59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59" y="2084438"/>
            <a:ext cx="5925901" cy="709561"/>
          </a:xfrm>
          <a:noFill/>
        </p:spPr>
        <p:txBody>
          <a:bodyPr/>
          <a:lstStyle/>
          <a:p>
            <a:pPr algn="l"/>
            <a:r>
              <a:rPr 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Machine Learning ?</a:t>
            </a:r>
            <a:br>
              <a:rPr 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QML = Machine Learning + Quantum Physics</a:t>
            </a:r>
            <a:endParaRPr lang="en-IN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696BD-20FC-B8A0-D385-FA426AD00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24" y="2683933"/>
            <a:ext cx="6738776" cy="3570862"/>
          </a:xfrm>
          <a:noFill/>
        </p:spPr>
        <p:txBody>
          <a:bodyPr>
            <a:noAutofit/>
          </a:bodyPr>
          <a:lstStyle/>
          <a:p>
            <a:pPr marL="285750" lvl="0" indent="-285750" algn="l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field that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Quantum Computing and Machine Learning (ML)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build smarter, faster algorithms for data analysis, pattern recognition, and prediction</a:t>
            </a:r>
          </a:p>
          <a:p>
            <a:pPr marL="285750" lvl="0" indent="-285750" algn="l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= Machine Learning algorithms that run on quantum computers or use quantum principles.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runs (fully or partially) on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qubits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0 and 1 at the same time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(called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gives quantum computers the potential to process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huge amounts of data much faster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98397-FA90-BAF7-F4D9-5B578DDA0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440" y="142240"/>
            <a:ext cx="3616960" cy="161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2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3237-6D96-33C7-CC1A-6A5CBEC9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Quantum Machine Learning 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5C7-139D-BE00-959C-BFAECDFED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2062479"/>
            <a:ext cx="4117609" cy="4572001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Data Encoding (Feature Mapping)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Qubits &amp; Quantum States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Circuits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Algorithms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Support Vector  Machines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Principal Components Analysis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Variational Quantum Circuits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Classical Optimizer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Teleportation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Sensing and Metrology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Hardware / Simulator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472C1-A62A-D7C8-3DF3-F1FC57980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593" y="2160589"/>
            <a:ext cx="3812808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0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74DB-90D1-0F73-100E-B9CD281D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1" y="609600"/>
            <a:ext cx="6662672" cy="13208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Architecture of Quantum Machine Learning 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BA3F-A44A-7A94-72B0-AF839DAAE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1" y="2160590"/>
            <a:ext cx="5171439" cy="3880773"/>
          </a:xfrm>
        </p:spPr>
        <p:txBody>
          <a:bodyPr>
            <a:normAutofit lnSpcReduction="10000"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Data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Input like images, numbers, text.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Scaling, feature selection, normalization.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Data Encoding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Map classical data to qubit states.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Circuit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Process data using gates and entanglement.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Convert quantum states back to classical probabilities.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Optimization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Update parameters (θ) using classical optimizer.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Iteratively improve model accuracy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093F8-904C-60D9-285E-C74F7218B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3058160"/>
            <a:ext cx="3444240" cy="34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9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301A-71AA-4F90-D102-25E9D1C5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Kernel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solidFill>
                  <a:schemeClr val="tx1"/>
                </a:solidFill>
              </a:rPr>
              <a:t>A </a:t>
            </a:r>
            <a:r>
              <a:rPr lang="en-IN" sz="2000" b="1">
                <a:solidFill>
                  <a:schemeClr val="tx1"/>
                </a:solidFill>
              </a:rPr>
              <a:t>Quantum Kernel</a:t>
            </a:r>
            <a:r>
              <a:rPr lang="en-IN" sz="2000">
                <a:solidFill>
                  <a:schemeClr val="tx1"/>
                </a:solidFill>
              </a:rPr>
              <a:t> is a mathematical function used in quantum machine learning to measure the similarity between two data points by encoding them into quantum states and computing their overlap.</a:t>
            </a:r>
            <a:endParaRPr lang="en-IN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ACA6E7-2AB0-BF94-C7B9-1C579A01B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03" y="2404631"/>
            <a:ext cx="6852213" cy="445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3103-1B5E-AFD7-627E-4CA06BBE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667" y="610364"/>
            <a:ext cx="6347713" cy="802511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Quantum Kernel</a:t>
            </a:r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B90142-1010-DAF7-0174-1D0EB6E29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39" y="1317855"/>
            <a:ext cx="5559708" cy="422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5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D9E3-F14A-EDE5-10A5-6D462731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366532"/>
            <a:ext cx="6347714" cy="767787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Quantum Kernel Works </a:t>
            </a:r>
            <a:endParaRPr lang="en-I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2DEB16-5C02-B124-0E8B-A8D877132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3215"/>
            <a:ext cx="7677873" cy="44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8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4880-D12B-EC37-5965-45A3367A8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20" y="632750"/>
            <a:ext cx="6347713" cy="802511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Quantum Kernel</a:t>
            </a:r>
            <a:br>
              <a:rPr lang="en-IN"/>
            </a:b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CCD20-2701-68A5-F870-5CD9B12BF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3" y="1307939"/>
            <a:ext cx="7759052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6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C7F5-C016-AC09-7B67-286C12A52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9560"/>
            <a:ext cx="6278880" cy="1363980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Technology use in Quantum Machine Learning 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F167F-BD4A-725E-9935-97D32C858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1" y="1653540"/>
            <a:ext cx="4317999" cy="4442460"/>
          </a:xfrm>
        </p:spPr>
        <p:txBody>
          <a:bodyPr>
            <a:norm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Hardware	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Gates &amp; Circuits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Algorithms for ML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Quantum–Classical Computing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Programming Frameworks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Machine Learning Libraries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Encoding Techniques 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Simulators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Cloud Platforms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Mitigation &amp; Noise Handling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27DF6-EDB7-112B-0FC3-F6F622AAF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3831336"/>
            <a:ext cx="4434840" cy="29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1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5DF2-A813-A0F8-69E2-079475EC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98120"/>
            <a:ext cx="5989320" cy="1275546"/>
          </a:xfrm>
        </p:spPr>
        <p:txBody>
          <a:bodyPr/>
          <a:lstStyle/>
          <a:p>
            <a:pPr algn="l"/>
            <a: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Quantum Machine Learning 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BB0E0-F0BC-6507-4606-61CE7BA4A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15" y="1653540"/>
            <a:ext cx="4266905" cy="4000500"/>
          </a:xfrm>
        </p:spPr>
        <p:txBody>
          <a:bodyPr>
            <a:noAutofit/>
          </a:bodyPr>
          <a:lstStyle/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Optimization Problems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Drug Discovery &amp; Molecular Modeling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Financial Modeling &amp; Risk Analysis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Image &amp; Pattern Recognition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Natural Language Processing (NLP)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Cybersecurity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Artificial Intelligence Acceleration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Climate &amp; Weather Modeling</a:t>
            </a:r>
          </a:p>
          <a:p>
            <a:pPr algn="l"/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  Traffic Optimization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DAFDB-4920-4F16-39DA-243AB4F81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480" y="1330960"/>
            <a:ext cx="410464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7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A3CB-5237-0AF2-BE38-19909AF5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20" y="140954"/>
            <a:ext cx="5382227" cy="1442720"/>
          </a:xfrm>
        </p:spPr>
        <p:txBody>
          <a:bodyPr>
            <a:noAutofit/>
          </a:bodyPr>
          <a:lstStyle/>
          <a:p>
            <a: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Quantum Machine Learning </a:t>
            </a:r>
            <a:b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5126-E2A4-8151-F361-CDD9D5F1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20" y="1513840"/>
            <a:ext cx="4849792" cy="4481846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Speed-up for Certain Problems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Handling of High-Dimensional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Improved Optimization Capabilities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Pattern Recognition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Enhanced Feature Space Mapping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Potential Energy Efficiency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Classically Intractable Problems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Advancement in AI Research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Ethical and Security Implications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Resource Requirements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Educational and Workforce Development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BF225-80AE-88B7-9AE7-DD50B877C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253" y="2523282"/>
            <a:ext cx="4606724" cy="2952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C0BF4-5CF6-2961-DB52-D4E1D72ED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147" y="273146"/>
            <a:ext cx="3402412" cy="178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2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3F2-5CAF-E849-9D44-CA0E62B9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86" y="266218"/>
            <a:ext cx="5775767" cy="1365813"/>
          </a:xfrm>
        </p:spPr>
        <p:txBody>
          <a:bodyPr>
            <a:normAutofit fontScale="90000"/>
          </a:bodyPr>
          <a:lstStyle/>
          <a:p>
            <a:r>
              <a:rPr lang="en-IN" sz="44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 of Quantum Machine Learning </a:t>
            </a:r>
            <a:br>
              <a:rPr lang="en-IN" sz="36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B193-DC82-9088-4589-FAEF249CB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70927"/>
            <a:ext cx="4668457" cy="48208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Extremely High Cost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	Lack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Skilled Professionals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Limited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Error Sensitivity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Limited Scalability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hortage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Skilled Experts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Limited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Difficult Algorithm Design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Dependency on Classical Systems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Lack of Standardization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17776-1070-A527-927D-E64FFC611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678" y="2015357"/>
            <a:ext cx="4467828" cy="307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1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2C17-D34A-A7CF-BFC3-BC3B9BB0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2" y="555545"/>
            <a:ext cx="7650866" cy="71763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of Quantum Kernel &amp; QML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480691-AD7F-DDC2-B107-1F808DF4E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250" y="1273175"/>
            <a:ext cx="5810491" cy="49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2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40DC-051B-1AF2-3090-C74C41A7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2793359" cy="7330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/>
              <a:t>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5CA1-1829-7F09-8F49-116B26C7F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42663"/>
            <a:ext cx="6347714" cy="5058137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https://qiskit.org/documentation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https://quantum.ibm.com/learn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https://quantumai.google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https://www.tensorflow.org/quantum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https://pennylane.ai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https://azure.microsoft.com/products/quantum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https://www.dwavesys.com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https://www.xanadu.ai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Books:-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Wittek, P.. Quantum Machine Learning: What Quantum Computing Means to Data Mining. Academic Press.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Schuld, M., &amp; Petruccione, F.. Machine Learning with Quantum Computers. Springer. 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1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A34B8-1062-F2F9-E5FF-AE04575ABE48}"/>
              </a:ext>
            </a:extLst>
          </p:cNvPr>
          <p:cNvSpPr txBox="1"/>
          <p:nvPr/>
        </p:nvSpPr>
        <p:spPr>
          <a:xfrm>
            <a:off x="1698172" y="2528597"/>
            <a:ext cx="52811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790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3331</TotalTime>
  <Words>728</Words>
  <Application>Microsoft Office PowerPoint</Application>
  <PresentationFormat>On-screen Show (4:3)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Trebuchet MS</vt:lpstr>
      <vt:lpstr>Wingdings</vt:lpstr>
      <vt:lpstr>Wingdings 3</vt:lpstr>
      <vt:lpstr>Facet</vt:lpstr>
      <vt:lpstr>PRESENTATION</vt:lpstr>
      <vt:lpstr>Content  </vt:lpstr>
      <vt:lpstr>Introduction</vt:lpstr>
      <vt:lpstr>What is Quantum Machine Learning ? QML = Machine Learning + Quantum Physics</vt:lpstr>
      <vt:lpstr>Components of Quantum Machine Learning </vt:lpstr>
      <vt:lpstr>Architecture of Quantum Machine Learning </vt:lpstr>
      <vt:lpstr>Quantum Kernel  A Quantum Kernel is a mathematical function used in quantum machine learning to measure the similarity between two data points by encoding them into quantum states and computing their overlap.</vt:lpstr>
      <vt:lpstr>Types of Quantum Kernel</vt:lpstr>
      <vt:lpstr>How Quantum Kernel Works </vt:lpstr>
      <vt:lpstr>Advantages of Quantum Kernel </vt:lpstr>
      <vt:lpstr>Technology use in Quantum Machine Learning </vt:lpstr>
      <vt:lpstr>Applications of Quantum Machine Learning </vt:lpstr>
      <vt:lpstr>Advantages of Quantum Machine Learning  </vt:lpstr>
      <vt:lpstr>Disadvantages of Quantum Machine Learning  </vt:lpstr>
      <vt:lpstr>Future of Quantum Kernel &amp; QML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Information Technology</dc:title>
  <dc:creator>chirag jain</dc:creator>
  <cp:lastModifiedBy>chirag jain</cp:lastModifiedBy>
  <cp:revision>34</cp:revision>
  <dcterms:created xsi:type="dcterms:W3CDTF">2024-03-03T10:17:23Z</dcterms:created>
  <dcterms:modified xsi:type="dcterms:W3CDTF">2026-07-03T04:43:13Z</dcterms:modified>
</cp:coreProperties>
</file>